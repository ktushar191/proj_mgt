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84" r:id="rId1"/>
  </p:sldMasterIdLst>
  <p:notesMasterIdLst>
    <p:notesMasterId r:id="rId9"/>
  </p:notesMasterIdLst>
  <p:handoutMasterIdLst>
    <p:handoutMasterId r:id="rId10"/>
  </p:handoutMasterIdLst>
  <p:sldIdLst>
    <p:sldId id="256" r:id="rId2"/>
    <p:sldId id="264" r:id="rId3"/>
    <p:sldId id="274" r:id="rId4"/>
    <p:sldId id="263" r:id="rId5"/>
    <p:sldId id="271" r:id="rId6"/>
    <p:sldId id="272" r:id="rId7"/>
    <p:sldId id="273" r:id="rId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1" autoAdjust="0"/>
    <p:restoredTop sz="94630" autoAdjust="0"/>
  </p:normalViewPr>
  <p:slideViewPr>
    <p:cSldViewPr>
      <p:cViewPr varScale="1">
        <p:scale>
          <a:sx n="109" d="100"/>
          <a:sy n="109" d="100"/>
        </p:scale>
        <p:origin x="163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208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 smtClean="0"/>
              <a:t>“Implementation of Effective Stemming Algorithm of Text Mining for Knowledge Discovery in Healthcare”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878EE-5209-437D-884F-10A709034C48}" type="datetimeFigureOut">
              <a:rPr lang="en-US" smtClean="0"/>
              <a:pPr/>
              <a:t>12/8/2022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E5B25-9A6A-4D14-BA88-C59C58273A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75334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 smtClean="0"/>
              <a:t>“Implementation of Effective Stemming Algorithm of Text Mining for Knowledge Discovery in Healthcare”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D077D-B142-42C0-9302-4F3B3D95835F}" type="datetimeFigureOut">
              <a:rPr lang="en-US" smtClean="0"/>
              <a:pPr/>
              <a:t>12/8/2022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C430F-655B-4B1B-ACA6-1AA1AAF58F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27397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“Implementation of Effective Stemming Algorithm of Text Mining for Knowledge Discovery in Healthcare”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30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“Implementation of Effective Stemming Algorithm of Text Mining for Knowledge Discovery in Healthcare”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836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19 December 2016</a:t>
            </a:r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pt-BR" smtClean="0"/>
              <a:t>SIMCA                                                       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19 December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pt-BR" smtClean="0"/>
              <a:t>SIMCA                       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19 December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pt-BR" smtClean="0"/>
              <a:t>SIMCA                       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19 December 2016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pt-BR" smtClean="0"/>
              <a:t>SIMCA         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19 December 2016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pt-BR" smtClean="0"/>
              <a:t>SIMCA                                         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19 December 2016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pt-BR" smtClean="0"/>
              <a:t>SIMCA                                         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19 December 2016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pt-BR" smtClean="0"/>
              <a:t>SIMCA                                         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19 December 2016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pt-BR" smtClean="0"/>
              <a:t>SIMCA         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19 December 2016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pt-BR" smtClean="0"/>
              <a:t>SIMCA         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19 December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pt-BR" smtClean="0"/>
              <a:t>SIMCA                       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en-US" smtClean="0"/>
              <a:t>19 December 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pt-BR" smtClean="0"/>
              <a:t>SIMCA                                         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r>
              <a:rPr lang="en-US" smtClean="0"/>
              <a:t>19 December 2016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pt-BR" smtClean="0"/>
              <a:t>SIMCA                                                       </a:t>
            </a:r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0"/>
            <a:ext cx="8153400" cy="6858000"/>
          </a:xfrm>
        </p:spPr>
        <p:txBody>
          <a:bodyPr>
            <a:normAutofit/>
          </a:bodyPr>
          <a:lstStyle/>
          <a:p>
            <a:pPr algn="ctr"/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20000"/>
              </a:lnSpc>
            </a:pPr>
            <a:endParaRPr lang="en-US" sz="29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Subject : Object Oriented Software Engineering </a:t>
            </a:r>
          </a:p>
          <a:p>
            <a:pPr algn="ctr">
              <a:lnSpc>
                <a:spcPct val="120000"/>
              </a:lnSpc>
            </a:pPr>
            <a:endParaRPr lang="en-US" sz="29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20000"/>
              </a:lnSpc>
            </a:pP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Chapter 1 </a:t>
            </a:r>
          </a:p>
          <a:p>
            <a:pPr algn="ctr">
              <a:lnSpc>
                <a:spcPct val="120000"/>
              </a:lnSpc>
            </a:pPr>
            <a:r>
              <a:rPr lang="en-US" sz="2900" b="1" dirty="0" smtClean="0">
                <a:latin typeface="Times New Roman" pitchFamily="18" charset="0"/>
                <a:cs typeface="Times New Roman" pitchFamily="18" charset="0"/>
              </a:rPr>
              <a:t>RUP</a:t>
            </a:r>
          </a:p>
          <a:p>
            <a:pPr algn="ctr">
              <a:lnSpc>
                <a:spcPct val="120000"/>
              </a:lnSpc>
            </a:pPr>
            <a:endParaRPr lang="en-US" sz="29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20000"/>
              </a:lnSpc>
            </a:pPr>
            <a:endParaRPr lang="en-US" sz="2900" b="1" dirty="0" smtClean="0"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20000"/>
              </a:lnSpc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1600" b="1" dirty="0" err="1" smtClean="0">
                <a:latin typeface="Times New Roman" pitchFamily="18" charset="0"/>
                <a:cs typeface="Times New Roman" pitchFamily="18" charset="0"/>
              </a:rPr>
              <a:t>Ashwni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Brahme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20000"/>
              </a:lnSpc>
            </a:pPr>
            <a:endParaRPr lang="en-US" sz="29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1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  <a:p>
            <a:endParaRPr lang="en-US" b="1" cap="small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0"/>
            <a:ext cx="7498080" cy="487362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RUP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487362"/>
            <a:ext cx="8080248" cy="629443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RUP is based on a set of six key principles for business-driven development :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(a)	Adapt the process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(b)	Balance stakeholder priorities 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(c)	Collaborate across teams 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(d)	Demonstrate value iteratively </a:t>
            </a:r>
          </a:p>
          <a:p>
            <a:pPr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(e)	Elevate the level of abstraction </a:t>
            </a:r>
          </a:p>
          <a:p>
            <a:pPr marL="539496" indent="-457200">
              <a:buAutoNum type="alphaLcParenBoth" startAt="6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Focus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continuously on quality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four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major phases of RUP are  as follows :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(1)	Inception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(2)	Elaboration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(3)	Construction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(4)	Transition</a:t>
            </a:r>
          </a:p>
          <a:p>
            <a:pPr marL="539496" indent="-457200">
              <a:buAutoNum type="alphaLcParenBoth" startAt="6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7498080" cy="487362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RUP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81000"/>
            <a:ext cx="8080248" cy="6400800"/>
          </a:xfrm>
        </p:spPr>
        <p:txBody>
          <a:bodyPr>
            <a:normAutofit/>
          </a:bodyPr>
          <a:lstStyle/>
          <a:p>
            <a:pPr marL="82296" indent="0"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core process workflows are divided into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six core “engineering” workflows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1. Business modeling workflow</a:t>
            </a:r>
          </a:p>
          <a:p>
            <a:pPr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2. Requirements workflow</a:t>
            </a:r>
          </a:p>
          <a:p>
            <a:pPr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3. Analysis &amp; Design workflow</a:t>
            </a:r>
          </a:p>
          <a:p>
            <a:pPr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4. Implementation workflow</a:t>
            </a:r>
          </a:p>
          <a:p>
            <a:pPr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5. Test workflow</a:t>
            </a:r>
          </a:p>
          <a:p>
            <a:pPr>
              <a:lnSpc>
                <a:spcPct val="15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6. Deployment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workflow</a:t>
            </a:r>
          </a:p>
          <a:p>
            <a:pPr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three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core “supporting” workflows:</a:t>
            </a:r>
          </a:p>
          <a:p>
            <a:pPr>
              <a:lnSpc>
                <a:spcPct val="15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1. Project Management workflow</a:t>
            </a:r>
          </a:p>
          <a:p>
            <a:pPr>
              <a:lnSpc>
                <a:spcPct val="15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2. Configuration and Change Management workflow</a:t>
            </a:r>
          </a:p>
          <a:p>
            <a:pPr>
              <a:lnSpc>
                <a:spcPct val="15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3. Environment workflow</a:t>
            </a:r>
          </a:p>
          <a:p>
            <a:pPr>
              <a:lnSpc>
                <a:spcPct val="150000"/>
              </a:lnSpc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099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04800"/>
            <a:ext cx="8001000" cy="4572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Rational Unified Process </a:t>
            </a:r>
            <a:br>
              <a:rPr lang="en-US" sz="3200" b="1" dirty="0" smtClean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36798" y="6374163"/>
            <a:ext cx="507202" cy="48383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14400" y="990600"/>
            <a:ext cx="8001000" cy="52578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tabLst/>
              <a:defRPr/>
            </a:pP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66558" y="644325"/>
            <a:ext cx="8375039" cy="606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487362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Objective Questions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685800"/>
            <a:ext cx="7866888" cy="5562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RUP stands for ------</a:t>
            </a:r>
          </a:p>
          <a:p>
            <a:pPr marL="539496" indent="-457200">
              <a:lnSpc>
                <a:spcPct val="150000"/>
              </a:lnSpc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Rational Unified Process   2. Rational Unit Process </a:t>
            </a:r>
          </a:p>
          <a:p>
            <a:pPr marL="539496" indent="-45720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3. Relational Unified Process  4. none of the above</a:t>
            </a:r>
          </a:p>
          <a:p>
            <a:pPr marL="539496" indent="-457200"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RUP contains  ---  number of Engineering Disciplines</a:t>
            </a:r>
          </a:p>
          <a:p>
            <a:pPr marL="539496" indent="-457200">
              <a:lnSpc>
                <a:spcPct val="15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1. 4           2. 6              3. 7                 4. 3</a:t>
            </a:r>
          </a:p>
          <a:p>
            <a:pPr lvl="0">
              <a:lnSpc>
                <a:spcPct val="16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Which of the following are the phases of the unified process</a:t>
            </a:r>
          </a:p>
          <a:p>
            <a:pPr marL="916686" lvl="1" indent="-514350">
              <a:lnSpc>
                <a:spcPct val="16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Inception, Analysis, Construction, Implementation</a:t>
            </a:r>
          </a:p>
          <a:p>
            <a:pPr marL="916686" lvl="1" indent="-514350">
              <a:lnSpc>
                <a:spcPct val="16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Initiation, Elaboration, Construction, Implementation</a:t>
            </a:r>
          </a:p>
          <a:p>
            <a:pPr marL="916686" lvl="1" indent="-514350">
              <a:lnSpc>
                <a:spcPct val="16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Inception, Elaboration, Construction, Transition</a:t>
            </a:r>
          </a:p>
          <a:p>
            <a:pPr marL="916686" lvl="1" indent="-514350">
              <a:lnSpc>
                <a:spcPct val="160000"/>
              </a:lnSpc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Initiation, Analysis Construction, Transition</a:t>
            </a:r>
          </a:p>
          <a:p>
            <a:pPr marL="539496" indent="-457200">
              <a:lnSpc>
                <a:spcPct val="15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487362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Objective Questions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685800"/>
            <a:ext cx="7866888" cy="5562600"/>
          </a:xfrm>
        </p:spPr>
        <p:txBody>
          <a:bodyPr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en-US" dirty="0" smtClean="0"/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 ----- phase of the "RUP Process“  the software accepted by the end users.</a:t>
            </a:r>
          </a:p>
          <a:p>
            <a:pPr>
              <a:lnSpc>
                <a:spcPct val="16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1.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Transition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2. Inception  3. Elaboration 4. Construction</a:t>
            </a:r>
          </a:p>
          <a:p>
            <a:pPr>
              <a:lnSpc>
                <a:spcPct val="16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In which phase of RUP is the "business case" for the project established?</a:t>
            </a:r>
            <a:br>
              <a:rPr lang="en-US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Inception 2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Elaboration 3. Construction 4. Transition </a:t>
            </a:r>
          </a:p>
          <a:p>
            <a:pPr>
              <a:lnSpc>
                <a:spcPct val="160000"/>
              </a:lnSpc>
            </a:pPr>
            <a:r>
              <a:rPr lang="en-US" sz="2400" dirty="0" smtClean="0"/>
              <a:t>The 2 levels of the </a:t>
            </a:r>
            <a:r>
              <a:rPr lang="en-US" sz="2400" i="1" dirty="0" smtClean="0"/>
              <a:t>RUP process</a:t>
            </a:r>
            <a:r>
              <a:rPr lang="en-US" sz="2400" dirty="0" smtClean="0"/>
              <a:t> are </a:t>
            </a:r>
          </a:p>
          <a:p>
            <a:pPr marL="539496" indent="-457200">
              <a:lnSpc>
                <a:spcPct val="16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1. Discipline level                2. Workflow level </a:t>
            </a:r>
          </a:p>
          <a:p>
            <a:pPr marL="539496" indent="-457200">
              <a:lnSpc>
                <a:spcPct val="16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3. both 1 and 2                   4. none of the above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498080" cy="639762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90600"/>
            <a:ext cx="7866888" cy="5257800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Books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book "Rational Unified Process — An Introduction", by Philippe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Kruchten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published by Addison- Wesley.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Websites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https://www.ibm.com/developerworks/rational/library/content/03July/1000/1251/1251_bestpractices_TP026B.pdf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http://www.admiraalit.nl/rup/doc/LearningRUP7.pdf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https://en.wikipedia.org/wiki/Rational_Unified_Process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1790</TotalTime>
  <Words>267</Words>
  <Application>Microsoft Office PowerPoint</Application>
  <PresentationFormat>On-screen Show (4:3)</PresentationFormat>
  <Paragraphs>73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Gill Sans MT</vt:lpstr>
      <vt:lpstr>Times New Roman</vt:lpstr>
      <vt:lpstr>Verdana</vt:lpstr>
      <vt:lpstr>Wingdings 2</vt:lpstr>
      <vt:lpstr>Solstice</vt:lpstr>
      <vt:lpstr>PowerPoint Presentation</vt:lpstr>
      <vt:lpstr>RUP</vt:lpstr>
      <vt:lpstr>RUP</vt:lpstr>
      <vt:lpstr>  Rational Unified Process     </vt:lpstr>
      <vt:lpstr>Objective Questions</vt:lpstr>
      <vt:lpstr>Objective Questions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manish</dc:creator>
  <cp:lastModifiedBy>IIMS Faculty</cp:lastModifiedBy>
  <cp:revision>580</cp:revision>
  <dcterms:created xsi:type="dcterms:W3CDTF">2006-08-16T00:00:00Z</dcterms:created>
  <dcterms:modified xsi:type="dcterms:W3CDTF">2022-12-08T06:39:03Z</dcterms:modified>
</cp:coreProperties>
</file>