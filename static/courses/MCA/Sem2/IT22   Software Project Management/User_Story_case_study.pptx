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A9FA51D-A302-442D-94AD-7D8B98617FB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C784B1A-7805-4E83-B6A0-710DCB41E43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09601"/>
            <a:ext cx="7315200" cy="1295399"/>
          </a:xfrm>
        </p:spPr>
        <p:txBody>
          <a:bodyPr/>
          <a:lstStyle/>
          <a:p>
            <a:r>
              <a:rPr lang="en-US" sz="4400" dirty="0" smtClean="0"/>
              <a:t>User Story </a:t>
            </a:r>
            <a:br>
              <a:rPr lang="en-US" sz="4400" dirty="0" smtClean="0"/>
            </a:br>
            <a:r>
              <a:rPr lang="en-US" sz="4400" dirty="0" smtClean="0"/>
              <a:t>Case Study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0"/>
            <a:ext cx="8686800" cy="4343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User story is a concise description of a desired feature or functionality from the perspective of an end user</a:t>
            </a:r>
          </a:p>
          <a:p>
            <a:endParaRPr lang="en-US" b="1" dirty="0" smtClean="0"/>
          </a:p>
          <a:p>
            <a:pPr algn="l"/>
            <a:r>
              <a:rPr lang="en-IN" b="1" dirty="0" smtClean="0"/>
              <a:t>How </a:t>
            </a:r>
            <a:r>
              <a:rPr lang="en-IN" b="1" dirty="0"/>
              <a:t>to write user </a:t>
            </a:r>
            <a:r>
              <a:rPr lang="en-IN" b="1" dirty="0" smtClean="0"/>
              <a:t>stories</a:t>
            </a:r>
          </a:p>
          <a:p>
            <a:pPr algn="l"/>
            <a:r>
              <a:rPr lang="en-IN" dirty="0" smtClean="0"/>
              <a:t> </a:t>
            </a:r>
            <a:r>
              <a:rPr lang="en-IN" dirty="0"/>
              <a:t>As a &lt; user &gt; </a:t>
            </a:r>
            <a:endParaRPr lang="en-IN" dirty="0" smtClean="0"/>
          </a:p>
          <a:p>
            <a:pPr algn="l"/>
            <a:r>
              <a:rPr lang="en-IN" dirty="0" smtClean="0"/>
              <a:t>I </a:t>
            </a:r>
            <a:r>
              <a:rPr lang="en-IN" dirty="0"/>
              <a:t>want to &lt; perform an action &gt; </a:t>
            </a:r>
            <a:endParaRPr lang="en-IN" dirty="0" smtClean="0"/>
          </a:p>
          <a:p>
            <a:pPr algn="l"/>
            <a:r>
              <a:rPr lang="en-IN" dirty="0" smtClean="0"/>
              <a:t>So </a:t>
            </a:r>
            <a:r>
              <a:rPr lang="en-IN" dirty="0"/>
              <a:t>that &lt; I expect…. 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370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6200"/>
            <a:ext cx="90678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 smtClean="0">
                <a:latin typeface="Times New Roman" pitchFamily="18" charset="0"/>
                <a:cs typeface="Times New Roman" pitchFamily="18" charset="0"/>
              </a:rPr>
              <a:t>Case Study 1: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XYZ College has been facing Challenges in managing student records , Course Schedule , fee payments ,and faculty co-ordination using manual processes and disparate system. Design the user story for the same.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Solution :-</a:t>
            </a:r>
          </a:p>
          <a:p>
            <a:pPr marL="342900" indent="-342900">
              <a:buAutoNum type="arabicPeriod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a student, I want an online course registration system so that I can easily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enroll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in my desired classes from anywhere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AutoNum type="arabicPeriod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As a faculty member, I want a grading management tool so that I can efficiently assess student performance and provide timely feedback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AutoNum type="arabicPeriod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As a staff member, I want an employee directory feature in the ERP system so that I can quickly find contact information for colleagues and faculty members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AutoNum type="arabicPeriod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As an administrator, I want a financial aid management module so that I can effectively manage scholarships, grants, and student loans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AutoNum type="arabicPeriod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As a student, I want a mobile app for the ERP system so that I can access my schedule, grades, and campus announcements on the go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AutoNum type="arabicPeriod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As a faculty advisor, I want an academic progress tracking tool so that I can monitor my advisees' course completion and performance.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45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304800"/>
            <a:ext cx="86106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Case Study 2:</a:t>
            </a:r>
          </a:p>
          <a:p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Online Shopping Site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Solution:</a:t>
            </a:r>
          </a:p>
          <a:p>
            <a:pPr marL="342900" indent="-342900">
              <a:buAutoNum type="arabicPeriod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 user,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a search bar with autocomplete functionality 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easily find products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 user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, I want product filters such as price range and category..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so that I can filter my search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results</a:t>
            </a: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 user,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order tracking and shipment notifications 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track my orders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,.</a:t>
            </a: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 user, so that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multiple payment options including credit card, PayPal, and Apple Pay. I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can make secure payments,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an admin,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an easy-to-use dashboard for adding, editing, and removing product listings.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manage products efficiently,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an admin,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reporting and analytics tools to track sales, revenue, and customer trends.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analyze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sales performance,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an admin,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user access controls and permissions to manage staff access to sensitive data and features.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ensure website security, </a:t>
            </a:r>
          </a:p>
          <a:p>
            <a:pPr marL="342900" indent="-342900">
              <a:buFontTx/>
              <a:buAutoNum type="arabicPeriod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As an admin, I want website performance monitoring tools to track site speed, uptime, and performance metrics. so that I can optimize website performance, </a:t>
            </a:r>
          </a:p>
          <a:p>
            <a:r>
              <a:rPr lang="en-IN" sz="2000" dirty="0" smtClean="0"/>
              <a:t/>
            </a:r>
            <a:br>
              <a:rPr lang="en-IN" sz="2000" dirty="0" smtClean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155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6106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Case Study 3</a:t>
            </a:r>
          </a:p>
          <a:p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Net Banking System</a:t>
            </a:r>
            <a:b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</a:br>
            <a:endParaRPr lang="en-US" sz="2800" b="1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Solution :</a:t>
            </a:r>
          </a:p>
          <a:p>
            <a:pPr marL="342900" indent="-342900">
              <a:buAutoNum type="arabicPeriod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 user,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a secure login system for online banking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access my account anytime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,.</a:t>
            </a: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 user,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to view my balance and recent transactions.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check my account balance,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 user,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to set up and manage bill payments for utilities, loans, and credit cards.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pay bills conveniently,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 user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, I want to receive notifications for account activities, transactions, and payment due dates.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so that I can stay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informed</a:t>
            </a: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an admin,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tools to create, modify, and deactivate user accounts.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manage user accounts,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an admin,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tools to add, update, and remove products such as savings accounts, loans, and credit cards.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manage banking products and services,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an admin,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settings and preferences for customizing system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notifications, and alerts.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manage system configurations,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85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6106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Case Study 4</a:t>
            </a:r>
          </a:p>
          <a:p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user stories for a social media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platform</a:t>
            </a:r>
          </a:p>
          <a:p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Solution:</a:t>
            </a:r>
          </a:p>
          <a:p>
            <a:pPr marL="342900" indent="-342900">
              <a:buAutoNum type="arabicPeriod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 user,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to create a profile and add friends.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connect with friends and family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 user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I want to post status updates and upload photos/videos. 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so that I can share updates and photos,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 user,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to join groups and follow pages related to my hobbies and interests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organize my interests,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 user,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to manage my account settings, including privacy settings and notification preferences.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control my privacy,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an admin,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I want tools to create, modify, and deactivate user accounts.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manage user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accounts</a:t>
            </a: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an admin,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access to analytics and insights on user engagement, post performance, and demographics.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monitor user activity,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an admin,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tools to detect and mitigate spam, fake accounts, and abusive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ensure platform security,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As an admin,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 want settings and preferences for branding, layout, and feature configurations. so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that I can customize the platform,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0997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47</TotalTime>
  <Words>683</Words>
  <Application>Microsoft Office PowerPoint</Application>
  <PresentationFormat>On-screen Show (4:3)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Century Gothic</vt:lpstr>
      <vt:lpstr>Courier New</vt:lpstr>
      <vt:lpstr>Palatino Linotype</vt:lpstr>
      <vt:lpstr>Times New Roman</vt:lpstr>
      <vt:lpstr>Executive</vt:lpstr>
      <vt:lpstr>User Story  Case Study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Server</dc:creator>
  <cp:lastModifiedBy>Admin</cp:lastModifiedBy>
  <cp:revision>6</cp:revision>
  <dcterms:created xsi:type="dcterms:W3CDTF">2024-04-11T05:49:43Z</dcterms:created>
  <dcterms:modified xsi:type="dcterms:W3CDTF">2024-04-12T07:27:46Z</dcterms:modified>
</cp:coreProperties>
</file>