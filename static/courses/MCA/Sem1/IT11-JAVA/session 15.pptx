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12E1-50BB-4D39-A947-2FA1985E3DC1}" type="datetimeFigureOut">
              <a:rPr lang="en-US" smtClean="0"/>
              <a:t>01-Nov-23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4A13E-E486-4652-91A6-C373BCC914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8736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bIns="91440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65F0D8-3483-4E75-BE56-B8181858E28A}" type="datetimeFigureOut">
              <a:rPr lang="en-US" smtClean="0"/>
              <a:pPr/>
              <a:t>01-Nov-23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chemeClr val="bg1"/>
          </a:solidFill>
          <a:latin typeface="Cambria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mbria" pitchFamily="18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70025"/>
          </a:xfrm>
        </p:spPr>
        <p:txBody>
          <a:bodyPr/>
          <a:lstStyle/>
          <a:p>
            <a:r>
              <a:rPr lang="en-US" b="0" dirty="0"/>
              <a:t>Java Programming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105835"/>
            <a:ext cx="8305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Java Programming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/>
              <a:t>IT-11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Programming using JDBC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/>
          </a:bodyPr>
          <a:lstStyle/>
          <a:p>
            <a:pPr fontAlgn="base"/>
            <a:r>
              <a:rPr lang="en-US" b="1" dirty="0"/>
              <a:t>Introduction </a:t>
            </a:r>
            <a:r>
              <a:rPr lang="en-US" b="1" dirty="0" smtClean="0"/>
              <a:t>to JDBC:</a:t>
            </a:r>
          </a:p>
          <a:p>
            <a:pPr lvl="1" fontAlgn="base"/>
            <a:r>
              <a:rPr lang="en-US" dirty="0"/>
              <a:t>JDBC API is a Java API that can access any kind of tabular data, especially data stored in a Relational Database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 smtClean="0"/>
              <a:t> </a:t>
            </a:r>
            <a:r>
              <a:rPr lang="en-US" dirty="0"/>
              <a:t>JDBC works with Java on a variety of platforms, such as Windows, Mac OS, and the various versions of UNIX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/>
              <a:t>JDBC stands for </a:t>
            </a:r>
            <a:r>
              <a:rPr lang="en-US" b="1" dirty="0"/>
              <a:t>J</a:t>
            </a:r>
            <a:r>
              <a:rPr lang="en-US" dirty="0"/>
              <a:t>ava </a:t>
            </a:r>
            <a:r>
              <a:rPr lang="en-US" b="1" dirty="0"/>
              <a:t>D</a:t>
            </a:r>
            <a:r>
              <a:rPr lang="en-US" dirty="0"/>
              <a:t>ata</a:t>
            </a:r>
            <a:r>
              <a:rPr lang="en-US" b="1" dirty="0"/>
              <a:t>b</a:t>
            </a:r>
            <a:r>
              <a:rPr lang="en-US" dirty="0"/>
              <a:t>ase </a:t>
            </a:r>
            <a:r>
              <a:rPr lang="en-US" b="1" dirty="0"/>
              <a:t>C</a:t>
            </a:r>
            <a:r>
              <a:rPr lang="en-US" dirty="0"/>
              <a:t>onnectivity, which is a standard Java API for database-independent connectivity between the Java programming language and a wide range of databases</a:t>
            </a:r>
            <a:r>
              <a:rPr lang="en-US" dirty="0" smtClean="0"/>
              <a:t>.</a:t>
            </a:r>
          </a:p>
          <a:p>
            <a:pPr lvl="1" fontAlgn="base"/>
            <a:r>
              <a:rPr lang="en-US" dirty="0"/>
              <a:t>The JDBC library includes APIs for each of the tasks mentioned below that are commonly associated with database usage.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550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JDBC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Making a connection to a database.</a:t>
            </a:r>
          </a:p>
          <a:p>
            <a:r>
              <a:rPr lang="en-US" dirty="0"/>
              <a:t>Creating </a:t>
            </a:r>
            <a:r>
              <a:rPr lang="en-US" dirty="0" smtClean="0"/>
              <a:t>SQL statements</a:t>
            </a:r>
            <a:r>
              <a:rPr lang="en-US" dirty="0"/>
              <a:t>.</a:t>
            </a:r>
          </a:p>
          <a:p>
            <a:r>
              <a:rPr lang="en-US" dirty="0"/>
              <a:t>Executing SQL </a:t>
            </a:r>
            <a:r>
              <a:rPr lang="en-US" dirty="0" smtClean="0"/>
              <a:t>queries </a:t>
            </a:r>
            <a:r>
              <a:rPr lang="en-US" dirty="0"/>
              <a:t>in the database.</a:t>
            </a:r>
          </a:p>
          <a:p>
            <a:r>
              <a:rPr lang="en-US" dirty="0"/>
              <a:t>Viewing &amp; Modifying the resulting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35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of JDBC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/>
          </a:bodyPr>
          <a:lstStyle/>
          <a:p>
            <a:r>
              <a:rPr lang="en-US" dirty="0"/>
              <a:t>There are generally four main components of JDBC through which it can interact with a database. They are as mentioned below: </a:t>
            </a:r>
            <a:endParaRPr lang="en-US" dirty="0" smtClean="0"/>
          </a:p>
          <a:p>
            <a:r>
              <a:rPr lang="en-US" b="1" dirty="0"/>
              <a:t> JDBC API:</a:t>
            </a:r>
            <a:r>
              <a:rPr lang="en-US" dirty="0"/>
              <a:t> It provides various methods and interfaces for easy communication with the database</a:t>
            </a:r>
            <a:r>
              <a:rPr lang="en-US" dirty="0"/>
              <a:t>. java.sql</a:t>
            </a:r>
            <a:r>
              <a:rPr lang="en-US" dirty="0" smtClean="0"/>
              <a:t>.* needs to import.</a:t>
            </a:r>
          </a:p>
          <a:p>
            <a:r>
              <a:rPr lang="en-US" b="1" dirty="0"/>
              <a:t>JDBC Driver manager: </a:t>
            </a:r>
            <a:r>
              <a:rPr lang="en-US" dirty="0"/>
              <a:t>It loads a database-specific driver in an application to establish a connection with a database. It is used to make a database-specific call to the database to process the user request.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10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4572000"/>
          </a:xfrm>
        </p:spPr>
        <p:txBody>
          <a:bodyPr/>
          <a:lstStyle/>
          <a:p>
            <a:r>
              <a:rPr lang="en-US" b="1" dirty="0"/>
              <a:t>JDBC Test suite:</a:t>
            </a:r>
            <a:r>
              <a:rPr lang="en-US" dirty="0"/>
              <a:t> It is used to test the operation(such as insertion, deletion, </a:t>
            </a:r>
            <a:r>
              <a:rPr lang="en-US" dirty="0" err="1"/>
              <a:t>updation</a:t>
            </a:r>
            <a:r>
              <a:rPr lang="en-US" dirty="0"/>
              <a:t>) being performed by JDBC Drivers</a:t>
            </a:r>
            <a:r>
              <a:rPr lang="en-US" dirty="0" smtClean="0"/>
              <a:t>.</a:t>
            </a:r>
          </a:p>
          <a:p>
            <a:r>
              <a:rPr lang="en-US" b="1" dirty="0"/>
              <a:t>JDBC-ODBC Bridge Drivers</a:t>
            </a:r>
            <a:r>
              <a:rPr lang="en-US" dirty="0"/>
              <a:t>: It connects database drivers to the database. This bridge translates the JDBC method call to the ODBC function call. It makes use of the </a:t>
            </a:r>
            <a:r>
              <a:rPr lang="en-US" b="1" dirty="0" err="1"/>
              <a:t>sun.jdbc.odbc</a:t>
            </a:r>
            <a:r>
              <a:rPr lang="en-US" b="1" dirty="0"/>
              <a:t> </a:t>
            </a:r>
            <a:r>
              <a:rPr lang="en-US" dirty="0"/>
              <a:t>package which includes a native library to access ODBC characteristics.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268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</a:t>
            </a:r>
            <a:r>
              <a:rPr lang="en-US" dirty="0" smtClean="0"/>
              <a:t>JDBC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884830" y="1143000"/>
            <a:ext cx="780197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75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of JDBC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102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/>
              <a:t>Application:</a:t>
            </a:r>
            <a:r>
              <a:rPr lang="en-US" dirty="0"/>
              <a:t> It is a java applet or a servlet that communicates with a data source.</a:t>
            </a:r>
          </a:p>
          <a:p>
            <a:pPr fontAlgn="base"/>
            <a:r>
              <a:rPr lang="en-US" b="1" dirty="0"/>
              <a:t>The JDBC API:</a:t>
            </a:r>
            <a:r>
              <a:rPr lang="en-US" dirty="0"/>
              <a:t> The JDBC API allows Java programs to execute SQL statements and retrieve results. Some of the important classes and interfaces defined in JDBC API are as follows:</a:t>
            </a:r>
          </a:p>
          <a:p>
            <a:pPr fontAlgn="base"/>
            <a:r>
              <a:rPr lang="en-US" b="1" dirty="0" err="1"/>
              <a:t>DriverManager</a:t>
            </a:r>
            <a:r>
              <a:rPr lang="en-US" b="1" dirty="0"/>
              <a:t>:</a:t>
            </a:r>
            <a:r>
              <a:rPr lang="en-US" dirty="0"/>
              <a:t> It plays an important role in the JDBC architecture. It uses some database-specific drivers to effectively connect enterprise applications to databases.</a:t>
            </a:r>
          </a:p>
          <a:p>
            <a:pPr fontAlgn="base"/>
            <a:r>
              <a:rPr lang="en-US" b="1" dirty="0"/>
              <a:t>JDBC drivers:</a:t>
            </a:r>
            <a:r>
              <a:rPr lang="en-US" dirty="0"/>
              <a:t> To communicate with a data source through JDBC, you need a JDBC driver that intelligently communicates with the respective data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24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JDBC </a:t>
            </a:r>
            <a:r>
              <a:rPr lang="en-US" dirty="0" smtClean="0"/>
              <a:t>Drivers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334000"/>
          </a:xfrm>
        </p:spPr>
        <p:txBody>
          <a:bodyPr/>
          <a:lstStyle/>
          <a:p>
            <a:r>
              <a:rPr lang="en-US" b="1" dirty="0"/>
              <a:t>JDBC drivers</a:t>
            </a:r>
            <a:r>
              <a:rPr lang="en-US" dirty="0"/>
              <a:t> are client-side adapters (installed on the client machine, not on the server) that convert requests from Java programs to a protocol that the DBMS can understand. There are 4 types of JDBC drivers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pPr fontAlgn="base"/>
            <a:r>
              <a:rPr lang="en-US" dirty="0" smtClean="0"/>
              <a:t>Type-1 driver or </a:t>
            </a:r>
            <a:r>
              <a:rPr lang="en-US" dirty="0"/>
              <a:t>JDBC-ODBC bridge driver</a:t>
            </a:r>
          </a:p>
          <a:p>
            <a:pPr fontAlgn="base"/>
            <a:r>
              <a:rPr lang="en-US" dirty="0"/>
              <a:t>Type-2 driver or Native-API </a:t>
            </a:r>
            <a:r>
              <a:rPr lang="en-US" dirty="0" smtClean="0"/>
              <a:t>driver(partially java)</a:t>
            </a:r>
            <a:endParaRPr lang="en-US" dirty="0"/>
          </a:p>
          <a:p>
            <a:pPr fontAlgn="base"/>
            <a:r>
              <a:rPr lang="en-US" dirty="0"/>
              <a:t>Type-3 driver or Network Protocol </a:t>
            </a:r>
            <a:r>
              <a:rPr lang="en-US" dirty="0" smtClean="0"/>
              <a:t>driver(fully java)</a:t>
            </a:r>
            <a:endParaRPr lang="en-US" dirty="0"/>
          </a:p>
          <a:p>
            <a:pPr fontAlgn="base"/>
            <a:r>
              <a:rPr lang="en-US" dirty="0"/>
              <a:t>Type-4 driver or Thin </a:t>
            </a:r>
            <a:r>
              <a:rPr lang="en-US" dirty="0" smtClean="0"/>
              <a:t>driver(fully java driver)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15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JDBC-ODBC bridge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03027" y="1066800"/>
            <a:ext cx="7772400" cy="4572000"/>
          </a:xfrm>
        </p:spPr>
        <p:txBody>
          <a:bodyPr/>
          <a:lstStyle/>
          <a:p>
            <a:r>
              <a:rPr lang="en-US" dirty="0"/>
              <a:t>The JDBC-ODBC bridge driver uses ODBC driver to connect to the database. The JDBC-ODBC bridge driver converts JDBC method calls into the ODBC function calls. This is now discouraged because of thin driver.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114" y="3162869"/>
            <a:ext cx="7134225" cy="346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989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Native-API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Native API driver uses the client-side libraries of the database. The driver converts JDBC method calls into native calls of the database API. It is not written entirely in java.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875" y="2819400"/>
            <a:ext cx="550545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9817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Network Protocol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92791" y="1143000"/>
            <a:ext cx="7772400" cy="4572000"/>
          </a:xfrm>
        </p:spPr>
        <p:txBody>
          <a:bodyPr/>
          <a:lstStyle/>
          <a:p>
            <a:r>
              <a:rPr lang="en-US" dirty="0"/>
              <a:t>The Network Protocol driver uses middleware (application server) that converts JDBC calls directly or indirectly into the vendor-specific database protocol. It is fully written in java.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95600"/>
            <a:ext cx="6343650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173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Thin driver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/>
          <a:lstStyle/>
          <a:p>
            <a:r>
              <a:rPr lang="en-US" dirty="0"/>
              <a:t>The thin driver converts JDBC calls directly into the vendor-specific database protocol. That is why it is known as thin driver. It is fully written in Java language</a:t>
            </a:r>
            <a:r>
              <a:rPr lang="en-US" dirty="0" smtClean="0"/>
              <a:t>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514600"/>
            <a:ext cx="48768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628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Database </a:t>
            </a:r>
            <a:r>
              <a:rPr lang="en-US" dirty="0" smtClean="0"/>
              <a:t>Connectivity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2125" y="1066800"/>
            <a:ext cx="7772400" cy="4572000"/>
          </a:xfrm>
        </p:spPr>
        <p:txBody>
          <a:bodyPr/>
          <a:lstStyle/>
          <a:p>
            <a:r>
              <a:rPr lang="en-US" dirty="0"/>
              <a:t>There are 5 steps to connect any java application with the database using JDBC. These steps are as follows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r>
              <a:rPr lang="en-US" dirty="0"/>
              <a:t>Register the Driver class</a:t>
            </a:r>
          </a:p>
          <a:p>
            <a:r>
              <a:rPr lang="en-US" dirty="0"/>
              <a:t>Create connection</a:t>
            </a:r>
          </a:p>
          <a:p>
            <a:r>
              <a:rPr lang="en-US" dirty="0"/>
              <a:t>Create statement</a:t>
            </a:r>
          </a:p>
          <a:p>
            <a:r>
              <a:rPr lang="en-US" dirty="0"/>
              <a:t>Execute queries</a:t>
            </a:r>
          </a:p>
          <a:p>
            <a:r>
              <a:rPr lang="en-US" dirty="0"/>
              <a:t>Close connection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30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the driver </a:t>
            </a:r>
            <a:r>
              <a:rPr lang="en-US" dirty="0" smtClean="0"/>
              <a:t>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forName</a:t>
            </a:r>
            <a:r>
              <a:rPr lang="en-US" dirty="0"/>
              <a:t>() method of </a:t>
            </a:r>
            <a:r>
              <a:rPr lang="en-US" dirty="0" smtClean="0"/>
              <a:t>Class </a:t>
            </a:r>
            <a:r>
              <a:rPr lang="en-US" dirty="0" err="1" smtClean="0"/>
              <a:t>class</a:t>
            </a:r>
            <a:r>
              <a:rPr lang="en-US" dirty="0" smtClean="0"/>
              <a:t> </a:t>
            </a:r>
            <a:r>
              <a:rPr lang="en-US" dirty="0"/>
              <a:t>is used to register the driver class.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method is used to dynamically load the driver class.</a:t>
            </a:r>
          </a:p>
          <a:p>
            <a:r>
              <a:rPr lang="en-US" dirty="0"/>
              <a:t>Syntax of </a:t>
            </a:r>
            <a:r>
              <a:rPr lang="en-US" dirty="0" err="1"/>
              <a:t>forName</a:t>
            </a:r>
            <a:r>
              <a:rPr lang="en-US" dirty="0"/>
              <a:t>() </a:t>
            </a:r>
            <a:r>
              <a:rPr lang="en-US" dirty="0" smtClean="0"/>
              <a:t>method</a:t>
            </a:r>
          </a:p>
          <a:p>
            <a:pPr marL="0" indent="0">
              <a:buNone/>
            </a:pPr>
            <a:r>
              <a:rPr lang="en-US" dirty="0"/>
              <a:t>  </a:t>
            </a:r>
            <a:endParaRPr lang="en-US" dirty="0" smtClean="0"/>
          </a:p>
          <a:p>
            <a:r>
              <a:rPr lang="en-US" dirty="0" smtClean="0"/>
              <a:t>EX : </a:t>
            </a:r>
            <a:r>
              <a:rPr lang="en-US" b="1" dirty="0" err="1"/>
              <a:t>Class.forName</a:t>
            </a:r>
            <a:r>
              <a:rPr lang="en-US" b="1" dirty="0"/>
              <a:t>("</a:t>
            </a:r>
            <a:r>
              <a:rPr lang="en-US" b="1" dirty="0" err="1"/>
              <a:t>oracle.jdbc.driver.OracleDriver</a:t>
            </a:r>
            <a:r>
              <a:rPr lang="en-US" b="1" dirty="0"/>
              <a:t>");</a:t>
            </a:r>
            <a:r>
              <a:rPr lang="en-US" dirty="0"/>
              <a:t> 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228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connection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8284" y="990600"/>
            <a:ext cx="7772400" cy="4572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getConnection</a:t>
            </a:r>
            <a:r>
              <a:rPr lang="en-US" dirty="0"/>
              <a:t>() method of </a:t>
            </a:r>
            <a:r>
              <a:rPr lang="en-US" dirty="0" err="1"/>
              <a:t>DriverManager</a:t>
            </a:r>
            <a:r>
              <a:rPr lang="en-US" dirty="0"/>
              <a:t> class is used to establish connection with the database.</a:t>
            </a:r>
          </a:p>
          <a:p>
            <a:r>
              <a:rPr lang="en-US" dirty="0" smtClean="0"/>
              <a:t>EX:</a:t>
            </a:r>
          </a:p>
          <a:p>
            <a:pPr marL="0" indent="0">
              <a:buNone/>
            </a:pPr>
            <a:r>
              <a:rPr lang="en-US" dirty="0"/>
              <a:t>Connection con=</a:t>
            </a:r>
            <a:r>
              <a:rPr lang="en-US" dirty="0" err="1"/>
              <a:t>DriverManager.getConnection</a:t>
            </a:r>
            <a:r>
              <a:rPr lang="en-US" dirty="0"/>
              <a:t>(  </a:t>
            </a:r>
          </a:p>
          <a:p>
            <a:pPr marL="0" indent="0">
              <a:buNone/>
            </a:pPr>
            <a:r>
              <a:rPr lang="en-US" dirty="0"/>
              <a:t>"</a:t>
            </a:r>
            <a:r>
              <a:rPr lang="en-US" dirty="0" err="1"/>
              <a:t>jdbc:oracle:thin</a:t>
            </a:r>
            <a:r>
              <a:rPr lang="en-US" dirty="0"/>
              <a:t>:@localhost:1521:xe","system","password"); 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049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Statement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Statement object</a:t>
            </a:r>
            <a:endParaRPr lang="en-US" b="1" dirty="0" smtClean="0"/>
          </a:p>
          <a:p>
            <a:r>
              <a:rPr lang="en-US" dirty="0" smtClean="0"/>
              <a:t>The </a:t>
            </a:r>
            <a:r>
              <a:rPr lang="en-US" dirty="0" err="1"/>
              <a:t>createStatement</a:t>
            </a:r>
            <a:r>
              <a:rPr lang="en-US" dirty="0"/>
              <a:t>() method of Connection interface is used to create statement. The object of statement is responsible to execute queries with the database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 smtClean="0"/>
              <a:t>Statement</a:t>
            </a:r>
            <a:r>
              <a:rPr lang="en-US" b="1" dirty="0"/>
              <a:t> </a:t>
            </a:r>
            <a:r>
              <a:rPr lang="en-US" b="1" dirty="0" err="1"/>
              <a:t>stmt</a:t>
            </a:r>
            <a:r>
              <a:rPr lang="en-US" b="1" dirty="0"/>
              <a:t>=</a:t>
            </a:r>
            <a:r>
              <a:rPr lang="en-US" b="1" dirty="0" err="1"/>
              <a:t>con.createStatement</a:t>
            </a:r>
            <a:r>
              <a:rPr lang="en-US" b="1" dirty="0"/>
              <a:t>();  </a:t>
            </a:r>
            <a:endParaRPr lang="en-US" b="1" dirty="0" smtClean="0"/>
          </a:p>
          <a:p>
            <a:endParaRPr lang="en-US" b="1" dirty="0" smtClean="0"/>
          </a:p>
          <a:p>
            <a:r>
              <a:rPr lang="en-US" b="1" dirty="0"/>
              <a:t>Execute the query</a:t>
            </a:r>
          </a:p>
          <a:p>
            <a:r>
              <a:rPr lang="en-US" dirty="0"/>
              <a:t>The </a:t>
            </a:r>
            <a:r>
              <a:rPr lang="en-US" dirty="0" err="1"/>
              <a:t>executeQuery</a:t>
            </a:r>
            <a:r>
              <a:rPr lang="en-US" dirty="0"/>
              <a:t>() method of Statement interface is used to execute queries to the database. This method returns the object of </a:t>
            </a:r>
            <a:r>
              <a:rPr lang="en-US" dirty="0" err="1"/>
              <a:t>ResultSet</a:t>
            </a:r>
            <a:r>
              <a:rPr lang="en-US" dirty="0"/>
              <a:t> that can be used to get all the records of a table</a:t>
            </a:r>
            <a:r>
              <a:rPr lang="en-US" dirty="0" smtClean="0"/>
              <a:t>.</a:t>
            </a:r>
          </a:p>
          <a:p>
            <a:r>
              <a:rPr lang="en-US" b="1" dirty="0" err="1"/>
              <a:t>ResultSet</a:t>
            </a:r>
            <a:r>
              <a:rPr lang="en-US" b="1" dirty="0"/>
              <a:t> </a:t>
            </a:r>
            <a:r>
              <a:rPr lang="en-US" b="1" dirty="0" err="1"/>
              <a:t>rs</a:t>
            </a:r>
            <a:r>
              <a:rPr lang="en-US" b="1" dirty="0"/>
              <a:t>=</a:t>
            </a:r>
            <a:r>
              <a:rPr lang="en-US" b="1" dirty="0" err="1"/>
              <a:t>stmt.executeQuery</a:t>
            </a:r>
            <a:r>
              <a:rPr lang="en-US" b="1" dirty="0"/>
              <a:t>("select * from </a:t>
            </a:r>
            <a:r>
              <a:rPr lang="en-US" b="1" dirty="0" err="1"/>
              <a:t>emp</a:t>
            </a:r>
            <a:r>
              <a:rPr lang="en-US" b="1" dirty="0"/>
              <a:t>");</a:t>
            </a:r>
            <a:r>
              <a:rPr lang="en-US" dirty="0"/>
              <a:t>  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611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data from </a:t>
            </a:r>
            <a:r>
              <a:rPr lang="en-US" dirty="0" err="1" smtClean="0"/>
              <a:t>resultset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ResultSet</a:t>
            </a:r>
            <a:r>
              <a:rPr lang="en-US" dirty="0"/>
              <a:t> </a:t>
            </a:r>
            <a:r>
              <a:rPr lang="en-US" dirty="0" err="1"/>
              <a:t>rs</a:t>
            </a:r>
            <a:r>
              <a:rPr lang="en-US" dirty="0"/>
              <a:t>=</a:t>
            </a:r>
            <a:r>
              <a:rPr lang="en-US" dirty="0" err="1"/>
              <a:t>stmt.executeQuery</a:t>
            </a:r>
            <a:r>
              <a:rPr lang="en-US" dirty="0"/>
              <a:t>("select * from </a:t>
            </a:r>
            <a:r>
              <a:rPr lang="en-US" dirty="0" err="1"/>
              <a:t>emp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while</a:t>
            </a:r>
            <a:r>
              <a:rPr lang="en-US" dirty="0"/>
              <a:t>(</a:t>
            </a:r>
            <a:r>
              <a:rPr lang="en-US" dirty="0" err="1"/>
              <a:t>rs.next</a:t>
            </a:r>
            <a:r>
              <a:rPr lang="en-US" dirty="0"/>
              <a:t>()){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rs.getInt</a:t>
            </a:r>
            <a:r>
              <a:rPr lang="en-US" dirty="0"/>
              <a:t>(1)+" "+</a:t>
            </a:r>
            <a:r>
              <a:rPr lang="en-US" dirty="0" err="1"/>
              <a:t>rs.getString</a:t>
            </a:r>
            <a:r>
              <a:rPr lang="en-US" dirty="0"/>
              <a:t>(2));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Close the connection </a:t>
            </a:r>
            <a:r>
              <a:rPr lang="en-US" b="1" dirty="0" smtClean="0"/>
              <a:t>object:</a:t>
            </a:r>
          </a:p>
          <a:p>
            <a:pPr marL="0" indent="0">
              <a:buNone/>
            </a:pPr>
            <a:r>
              <a:rPr lang="en-US" dirty="0"/>
              <a:t>By closing connection object statement and </a:t>
            </a:r>
            <a:r>
              <a:rPr lang="en-US" dirty="0" err="1"/>
              <a:t>ResultSet</a:t>
            </a:r>
            <a:r>
              <a:rPr lang="en-US" dirty="0"/>
              <a:t> will be closed automatically. The close() method of Connection interface is used to close the connection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err="1"/>
              <a:t>con.close</a:t>
            </a:r>
            <a:r>
              <a:rPr lang="en-US" b="1" dirty="0"/>
              <a:t>();  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757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3181</TotalTime>
  <Words>408</Words>
  <Application>Microsoft Office PowerPoint</Application>
  <PresentationFormat>On-screen Show (4:3)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Cambria</vt:lpstr>
      <vt:lpstr>Franklin Gothic Book</vt:lpstr>
      <vt:lpstr>Perpetua</vt:lpstr>
      <vt:lpstr>Wingdings 2</vt:lpstr>
      <vt:lpstr>Equity</vt:lpstr>
      <vt:lpstr>Java Programming</vt:lpstr>
      <vt:lpstr>Database Programming using JDBC</vt:lpstr>
      <vt:lpstr>Introduction to JDBC:</vt:lpstr>
      <vt:lpstr>Components of JDBC </vt:lpstr>
      <vt:lpstr>PowerPoint Presentation</vt:lpstr>
      <vt:lpstr>Architecture of JDBC</vt:lpstr>
      <vt:lpstr>Architecture of JDBC</vt:lpstr>
      <vt:lpstr>JDBC Drivers</vt:lpstr>
      <vt:lpstr>JDBC-ODBC bridge driver</vt:lpstr>
      <vt:lpstr>Native-API driver</vt:lpstr>
      <vt:lpstr>Network Protocol driver</vt:lpstr>
      <vt:lpstr>Thin driver</vt:lpstr>
      <vt:lpstr>Java Database Connectivity Steps</vt:lpstr>
      <vt:lpstr>Register the driver class</vt:lpstr>
      <vt:lpstr>Create the connection object</vt:lpstr>
      <vt:lpstr>Create the Statement object</vt:lpstr>
      <vt:lpstr>Read data from resultset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Lab2-01</dc:creator>
  <cp:lastModifiedBy>TUSHAR KATHANE</cp:lastModifiedBy>
  <cp:revision>1148</cp:revision>
  <dcterms:created xsi:type="dcterms:W3CDTF">2017-12-14T08:59:32Z</dcterms:created>
  <dcterms:modified xsi:type="dcterms:W3CDTF">2023-11-01T19:48:24Z</dcterms:modified>
</cp:coreProperties>
</file>